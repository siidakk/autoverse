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AutoVerse is a 3D car configurator plus five machine learning features. The promise in one line: see your own car modified, faithfully, before you spend anything.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thesis slide. The failure of AI photo editing is the reason the project exists, and every engineering decision follows from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menu was renamed so each item says what it does rather than how it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hero is the product demonstrating itself rather than a picture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centrepiece. Left: the garage. Middle: the car. Right: the controls.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Painting the lamps was the original giveaway that a configurator is fake. The lamps are detected geometrically and excluded.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Wheel detection is the heart of the project: mirrored pairs, wheelbase checks, centre one radius above the ground.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exhaust used to hang in the air behind the bumper. It is now measured against the valance on every 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Headlight units differ wildly between models, so what is drawn is the beam, which reads correctly on all of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Worth saying plainly in an interview: this is keyword scoring, chosen over an LLM for reasons that hold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 is the one feature tested against the real world — if the proportions were wrong you would see it against a real doorway.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V12 sits an octave above a straight six because it fires twice as often. That is arithmetic, not a sample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Rebuilt from naive score-matching to content-based filtering on an Indian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Showing the interval matters: a valuation with no range is a guess wearing a suit.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Running vision client-side is a privacy decision and a hosting-cost decision at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hand-written scan this replaced flagged the grille on a clean car. It had no concept of an intact panel; this one does, at 86.5%.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Signing in is additive. Nothing that worked before an account now demands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Verified at 375 px: no horizontal overflow anywhere, and the drawer locks the page behind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figure here is from a held-out set, not from training.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Eleven roadmap phases, all complete. Around 90 automated checks across the suites.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Stating the limits is the point, not an apology for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eleven roadmap phases complete.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alika\AutoVerse\docs\screenshots\cover-c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234440"/>
            <a:ext cx="6492240" cy="405765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777240" y="1371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0" kern="0" dirty="0">
                <a:solidFill>
                  <a:srgbClr val="FF5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AUTOVERSE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777240" y="196596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your car before</a:t>
            </a:r>
            <a:endParaRPr lang="en-US" sz="4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change a thing.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777240" y="4114800"/>
            <a:ext cx="4434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B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3D car configurator where every part is fitted by measuring the car, wired to five machine learning features that each answer a question an owner actually has.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77240" y="5623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autoverse-two.vercel.app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0350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8B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exists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105156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Plausible is not the same as true.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2743200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started with one car and one question: what would it look like lowered, on different wheels? The obvious answer was to photograph it and ask an image model.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came back was always convincing and never right. The proportions drifted. The wheels sat where wheels usually sit, not where they sit on that car. It was a picture of a car like mine.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5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everything here is measured rather than imagined.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63640" y="868680"/>
            <a:ext cx="5257800" cy="1207008"/>
          </a:xfrm>
          <a:prstGeom prst="roundRect">
            <a:avLst>
              <a:gd name="adj" fmla="val 6818"/>
            </a:avLst>
          </a:prstGeom>
          <a:solidFill>
            <a:srgbClr val="121729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10528" y="99669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Wheels found by geometry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10528" y="132588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 of 612 materials in the models are literally named “material”. Names cannot be trusted, so nothing depends on them.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2286000"/>
            <a:ext cx="5257800" cy="1207008"/>
          </a:xfrm>
          <a:prstGeom prst="roundRect">
            <a:avLst>
              <a:gd name="adj" fmla="val 6818"/>
            </a:avLst>
          </a:prstGeom>
          <a:solidFill>
            <a:srgbClr val="121729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0528" y="241401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Exhausts placed on the valance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10528" y="274320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per car, so a tip tucks under a Corvette and a Hilux without either being special-cased.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3703320"/>
            <a:ext cx="5257800" cy="1207008"/>
          </a:xfrm>
          <a:prstGeom prst="roundRect">
            <a:avLst>
              <a:gd name="adj" fmla="val 6818"/>
            </a:avLst>
          </a:prstGeom>
          <a:solidFill>
            <a:srgbClr val="121729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0528" y="383133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 kept off the lamps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10528" y="416052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lamps are found first, then everything else takes colour.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5120640"/>
            <a:ext cx="5257800" cy="1207008"/>
          </a:xfrm>
          <a:prstGeom prst="roundRect">
            <a:avLst>
              <a:gd name="adj" fmla="val 6818"/>
            </a:avLst>
          </a:prstGeom>
          <a:solidFill>
            <a:srgbClr val="121729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0528" y="524865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scan that admits doubt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10528" y="557784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a measured confidence floor the damage model says nothing rather than guessing.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8B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 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960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places to go, each answering a real question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92024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121729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57984"/>
            <a:ext cx="475488" cy="475488"/>
          </a:xfrm>
          <a:prstGeom prst="ellipse">
            <a:avLst/>
          </a:prstGeom>
          <a:solidFill>
            <a:srgbClr val="FF5E1A"/>
          </a:solidFill>
          <a:ln w="12700">
            <a:solidFill>
              <a:srgbClr val="FF5E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579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27048" y="217627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Customise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 in 3D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12724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Paint, wheels, stance, exhaust, lights — priced in ₹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53128" y="192024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121729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2157984"/>
            <a:ext cx="475488" cy="475488"/>
          </a:xfrm>
          <a:prstGeom prst="ellipse">
            <a:avLst/>
          </a:prstGeom>
          <a:solidFill>
            <a:srgbClr val="FF5E1A"/>
          </a:solidFill>
          <a:ln w="12700">
            <a:solidFill>
              <a:srgbClr val="FF5E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21579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21808" y="217627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709160" y="2788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right car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09160" y="312724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166 Indian models, matched on what you need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47888" y="192024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121729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2157984"/>
            <a:ext cx="475488" cy="475488"/>
          </a:xfrm>
          <a:prstGeom prst="ellipse">
            <a:avLst/>
          </a:prstGeom>
          <a:solidFill>
            <a:srgbClr val="FF5E1A"/>
          </a:solidFill>
          <a:ln w="12700">
            <a:solidFill>
              <a:srgbClr val="FF5E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0" y="21579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16568" y="217627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503920" y="2788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worth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03920" y="312724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boosted trees, R² 0.947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8368" y="420624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121729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4443984"/>
            <a:ext cx="475488" cy="475488"/>
          </a:xfrm>
          <a:prstGeom prst="ellipse">
            <a:avLst/>
          </a:prstGeom>
          <a:solidFill>
            <a:srgbClr val="FF5E1A"/>
          </a:solidFill>
          <a:ln w="12700">
            <a:solidFill>
              <a:srgbClr val="FF5E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4439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527048" y="446227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914400" y="5074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car is that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" y="541324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Recognised from a photo, on your device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453128" y="420624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121729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4443984"/>
            <a:ext cx="475488" cy="475488"/>
          </a:xfrm>
          <a:prstGeom prst="ellipse">
            <a:avLst/>
          </a:prstGeom>
          <a:solidFill>
            <a:srgbClr val="FF5E1A"/>
          </a:solidFill>
          <a:ln w="12700">
            <a:solidFill>
              <a:srgbClr val="FF5E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44439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21808" y="446227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4709160" y="5074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it cost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709160" y="541324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named by a trained model, then costed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247888" y="420624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121729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503920" y="4443984"/>
            <a:ext cx="475488" cy="475488"/>
          </a:xfrm>
          <a:prstGeom prst="ellipse">
            <a:avLst/>
          </a:prstGeom>
          <a:solidFill>
            <a:srgbClr val="FF5E1A"/>
          </a:solidFill>
          <a:ln w="12700">
            <a:solidFill>
              <a:srgbClr val="FF5E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03920" y="44439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116568" y="446227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</a:t>
            </a:r>
            <a:endParaRPr lang="en-US" sz="1900" dirty="0"/>
          </a:p>
        </p:txBody>
      </p:sp>
      <p:sp>
        <p:nvSpPr>
          <p:cNvPr id="38" name="Text 36"/>
          <p:cNvSpPr/>
          <p:nvPr/>
        </p:nvSpPr>
        <p:spPr>
          <a:xfrm>
            <a:off x="8503920" y="5074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saved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503920" y="541324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Builds, wishlist, recently viewed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475488" cy="475488"/>
          </a:xfrm>
          <a:prstGeom prst="ellipse">
            <a:avLst/>
          </a:prstGeom>
          <a:solidFill>
            <a:srgbClr val="FF5E1A"/>
          </a:solidFill>
          <a:ln w="12700">
            <a:solidFill>
              <a:srgbClr val="FF5E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66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25296" y="566928"/>
            <a:ext cx="4050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B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LANDING PAGE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1207008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car, turning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66928" y="201168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5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render. The same 3D engine the configurator uses.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" y="2834640"/>
            <a:ext cx="4709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Fifteen cars cycle through the hero, each one loaded and measured live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name to bring that car forward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model downloads while the current one is still on screen, so the swap never stalls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below scrolls in on reveal, and honours a reduced-motion preference</a:t>
            </a:r>
            <a:endParaRPr lang="en-US" sz="1350" dirty="0"/>
          </a:p>
        </p:txBody>
      </p:sp>
      <p:pic>
        <p:nvPicPr>
          <p:cNvPr id="8" name="Image 0" descr="C:\Users\Malika\AutoVerse\docs\screenshots\01-home-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481328"/>
            <a:ext cx="6035040" cy="377190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12280" y="566928"/>
            <a:ext cx="475488" cy="475488"/>
          </a:xfrm>
          <a:prstGeom prst="ellipse">
            <a:avLst/>
          </a:prstGeom>
          <a:solidFill>
            <a:srgbClr val="FF5E1A"/>
          </a:solidFill>
          <a:ln w="12700">
            <a:solidFill>
              <a:srgbClr val="FF5E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12280" y="566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470648" y="566928"/>
            <a:ext cx="4142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B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12280" y="1207008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configurator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812280" y="201168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5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Fifteen cars, six panels of controls, every part priced.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12280" y="2834640"/>
            <a:ext cx="4800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are fitted by measuring each model, not by trusting mesh names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rooms to stand the car in: studio, city, sunset, night, warehouse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camera presets, plus free orbit, zoom and pan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running total in rupees, and a count of what you have changed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to compare snaps back to factory so you can see the difference</a:t>
            </a:r>
            <a:endParaRPr lang="en-US" sz="1350" dirty="0"/>
          </a:p>
        </p:txBody>
      </p:sp>
      <p:pic>
        <p:nvPicPr>
          <p:cNvPr id="8" name="Image 0" descr="C:\Users\Malika\AutoVerse\docs\screenshots\05-configura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6035040" cy="377190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475488" cy="475488"/>
          </a:xfrm>
          <a:prstGeom prst="ellipse">
            <a:avLst/>
          </a:prstGeom>
          <a:solidFill>
            <a:srgbClr val="FF5E1A"/>
          </a:solidFill>
          <a:ln w="12700">
            <a:solidFill>
              <a:srgbClr val="FF5E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66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25296" y="566928"/>
            <a:ext cx="4050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B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CUSTOMISE / PAINT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1207008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 that behaves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66928" y="201168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5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Colour, finish, and a surface you can calibrate.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" y="2834640"/>
            <a:ext cx="4709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colour families plus a full custom picker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Matte, gloss and metallic, each changing how light actually lands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Metalness, roughness and clearcoat exposed for anyone who wants them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Headlights, tail lights, chrome and glass keep their factory look — they are found by measurement first, then left alone</a:t>
            </a:r>
            <a:endParaRPr lang="en-US" sz="1350" dirty="0"/>
          </a:p>
        </p:txBody>
      </p:sp>
      <p:pic>
        <p:nvPicPr>
          <p:cNvPr id="8" name="Image 0" descr="C:\Users\Malika\AutoVerse\docs\screenshots\06-configurator-pa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481328"/>
            <a:ext cx="6035040" cy="377190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12280" y="566928"/>
            <a:ext cx="475488" cy="475488"/>
          </a:xfrm>
          <a:prstGeom prst="ellipse">
            <a:avLst/>
          </a:prstGeom>
          <a:solidFill>
            <a:srgbClr val="FF5E1A"/>
          </a:solidFill>
          <a:ln w="12700">
            <a:solidFill>
              <a:srgbClr val="FF5E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12280" y="566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470648" y="566928"/>
            <a:ext cx="4142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B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CUSTOMISE / WHEELS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12280" y="1207008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Wheels, stance, calipers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812280" y="201168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5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by geometry, so they drop into the right arches.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12280" y="2834640"/>
            <a:ext cx="4800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and classic designs, built from the dimensions measured on that car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Plus-sizing trades sidewall for rim, exactly as fitting bigger alloys does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height is a fraction of how far that body can drop before it meets the road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Brake calipers in five finishes — the one modification visible through the spokes</a:t>
            </a:r>
            <a:endParaRPr lang="en-US" sz="1350" dirty="0"/>
          </a:p>
        </p:txBody>
      </p:sp>
      <p:pic>
        <p:nvPicPr>
          <p:cNvPr id="8" name="Image 0" descr="C:\Users\Malika\AutoVerse\docs\screenshots\07-configurator-whee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6035040" cy="377190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475488" cy="475488"/>
          </a:xfrm>
          <a:prstGeom prst="ellipse">
            <a:avLst/>
          </a:prstGeom>
          <a:solidFill>
            <a:srgbClr val="FF5E1A"/>
          </a:solidFill>
          <a:ln w="12700">
            <a:solidFill>
              <a:srgbClr val="FF5E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66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25296" y="566928"/>
            <a:ext cx="4050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B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CUSTOMISE / BODY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1207008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Spoiler, exhaust, wrap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66928" y="201168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5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 against the car, not at a guessed offset.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" y="2834640"/>
            <a:ext cx="4709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spoiler is raycast onto the boot lid, so it lands on the panel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 tips sit under the measured rear valance and inboard of its corners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Twin, quad, centre and carbon layouts, sized as a fraction of the car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are injected into the shader, so they work on models with no UV map</a:t>
            </a:r>
            <a:endParaRPr lang="en-US" sz="1350" dirty="0"/>
          </a:p>
        </p:txBody>
      </p:sp>
      <p:pic>
        <p:nvPicPr>
          <p:cNvPr id="8" name="Image 0" descr="C:\Users\Malika\AutoVerse\docs\screenshots\08-configurator-bod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481328"/>
            <a:ext cx="6035040" cy="377190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12280" y="566928"/>
            <a:ext cx="475488" cy="475488"/>
          </a:xfrm>
          <a:prstGeom prst="ellipse">
            <a:avLst/>
          </a:prstGeom>
          <a:solidFill>
            <a:srgbClr val="FF5E1A"/>
          </a:solidFill>
          <a:ln w="12700">
            <a:solidFill>
              <a:srgbClr val="FF5E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12280" y="566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470648" y="566928"/>
            <a:ext cx="4142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B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CUSTOMISE / EXTRAS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12280" y="1207008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Lights, glow, tint, decals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812280" y="201168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5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beam through the nose, because every lamp is a different size.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12280" y="2834640"/>
            <a:ext cx="4800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Halogen, xenon and laser, thrown as real light down the road rather than drawn as a lamp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Underglow in five colours, staying with the road when the body is lowered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tint from clear to 5%, judged against how the glass arrived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Decals placed by clicking the car; they travel with the panel they landed on</a:t>
            </a:r>
            <a:endParaRPr lang="en-US" sz="1350" dirty="0"/>
          </a:p>
        </p:txBody>
      </p:sp>
      <p:pic>
        <p:nvPicPr>
          <p:cNvPr id="8" name="Image 0" descr="C:\Users\Malika\AutoVerse\docs\screenshots\09-configurator-extr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6035040" cy="377190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475488" cy="475488"/>
          </a:xfrm>
          <a:prstGeom prst="ellipse">
            <a:avLst/>
          </a:prstGeom>
          <a:solidFill>
            <a:srgbClr val="FF5E1A"/>
          </a:solidFill>
          <a:ln w="12700">
            <a:solidFill>
              <a:srgbClr val="FF5E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66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25296" y="566928"/>
            <a:ext cx="4050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B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CUSTOMISE / ASSIST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1207008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it, or say it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66928" y="201168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5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Thirteen settings move from a handful of words.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" y="2834640"/>
            <a:ext cx="4709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themes: cyberpunk, luxury, track, murdered out, off-road, sleeper, sunset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shows which words it matched on, and what came second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colour named outright wins over the theme — “red track car” is a track build, in red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it instead: the same matcher with the keyboard removed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not a language model — instant, offline, free, and it can show its working</a:t>
            </a:r>
            <a:endParaRPr lang="en-US" sz="1350" dirty="0"/>
          </a:p>
        </p:txBody>
      </p:sp>
      <p:pic>
        <p:nvPicPr>
          <p:cNvPr id="8" name="Image 0" descr="C:\Users\Malika\AutoVerse\docs\screenshots\05-configura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481328"/>
            <a:ext cx="6035040" cy="377190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12280" y="566928"/>
            <a:ext cx="475488" cy="475488"/>
          </a:xfrm>
          <a:prstGeom prst="ellipse">
            <a:avLst/>
          </a:prstGeom>
          <a:solidFill>
            <a:srgbClr val="FF5E1A"/>
          </a:solidFill>
          <a:ln w="12700">
            <a:solidFill>
              <a:srgbClr val="FF5E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12280" y="566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470648" y="566928"/>
            <a:ext cx="4142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B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CUSTOMISE / SHARE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12280" y="1207008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your driveway, or with a friend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812280" y="201168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5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 leaves the screen.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12280" y="2834640"/>
            <a:ext cx="4800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stands the car in front of you at 4.6 m — its real length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uses WebXR; iOS exports the car to USDZ and opens Apple’s viewer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handed the same clone, so wheels, stance and paint all come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laptop it offers a QR code, because the whole build travels in the link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open a room: send the link and either of you changing anything moves it for both</a:t>
            </a:r>
            <a:endParaRPr lang="en-US" sz="1350" dirty="0"/>
          </a:p>
        </p:txBody>
      </p:sp>
      <p:pic>
        <p:nvPicPr>
          <p:cNvPr id="8" name="Image 0" descr="C:\Users\Malika\AutoVerse\docs\screenshots\10-configurator-sh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6035040" cy="377190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B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CUSTOMISE / SOUND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9601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car has its own engine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58368" y="17373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5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 button does not play a recording. Firing frequency is rpm × half the cylinder count, so the note comes out of the specification itself.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58368" y="269748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121729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852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3000 rpm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3154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D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Hz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914400" y="3611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V12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017520" y="3154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D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3017520" y="3611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V10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120640" y="3154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D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5120640" y="3611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V8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223760" y="3154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D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7223760" y="3611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six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326880" y="3154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D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9326880" y="3611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8368" y="4343400"/>
            <a:ext cx="3456432" cy="1920240"/>
          </a:xfrm>
          <a:prstGeom prst="roundRect">
            <a:avLst>
              <a:gd name="adj" fmla="val 4762"/>
            </a:avLst>
          </a:prstGeom>
          <a:solidFill>
            <a:srgbClr val="121729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4526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changes the character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96112" y="51206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cross-plane V8 fires unevenly across its banks. That half-order content is exactly why a Corvette burbles where an M4’s straight six is hard and smooth.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79976" y="4343400"/>
            <a:ext cx="3456432" cy="1920240"/>
          </a:xfrm>
          <a:prstGeom prst="roundRect">
            <a:avLst>
              <a:gd name="adj" fmla="val 4762"/>
            </a:avLst>
          </a:prstGeom>
          <a:solidFill>
            <a:srgbClr val="121729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4526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induction is modelled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17720" y="51206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turbo spools behind the revs and releases on lift. A supercharger is belt driven, so its whine tracks rpm exactly.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101584" y="4343400"/>
            <a:ext cx="3456432" cy="1920240"/>
          </a:xfrm>
          <a:prstGeom prst="roundRect">
            <a:avLst>
              <a:gd name="adj" fmla="val 4762"/>
            </a:avLst>
          </a:prstGeom>
          <a:solidFill>
            <a:srgbClr val="121729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39328" y="4526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rotary breaks the rule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339328" y="51206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13B has no cylinders — two chambers, order 2, nine thousand rpm. It is the one engine the cylinder rule does not describe.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475488" cy="475488"/>
          </a:xfrm>
          <a:prstGeom prst="ellipse">
            <a:avLst/>
          </a:prstGeom>
          <a:solidFill>
            <a:srgbClr val="FF5E1A"/>
          </a:solidFill>
          <a:ln w="12700">
            <a:solidFill>
              <a:srgbClr val="FF5E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66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25296" y="566928"/>
            <a:ext cx="4050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B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1207008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right car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66928" y="201168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5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166 Indian models, matched on what you actually need.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" y="2834640"/>
            <a:ext cx="4709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filtering: hard filters first, then weighted distance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Budget, body style, fuel, transmission, seats and use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explains why it matched, rather than appearing as a score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comes with accessory suggestions suited to that segment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Indian listings, priced in rupees throughout</a:t>
            </a:r>
            <a:endParaRPr lang="en-US" sz="1350" dirty="0"/>
          </a:p>
        </p:txBody>
      </p:sp>
      <p:pic>
        <p:nvPicPr>
          <p:cNvPr id="8" name="Image 0" descr="C:\Users\Malika\AutoVerse\docs\screenshots\11-dis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481328"/>
            <a:ext cx="6035040" cy="377190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12280" y="566928"/>
            <a:ext cx="475488" cy="475488"/>
          </a:xfrm>
          <a:prstGeom prst="ellipse">
            <a:avLst/>
          </a:prstGeom>
          <a:solidFill>
            <a:srgbClr val="FF5E1A"/>
          </a:solidFill>
          <a:ln w="12700">
            <a:solidFill>
              <a:srgbClr val="FF5E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12280" y="566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470648" y="566928"/>
            <a:ext cx="4142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B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12280" y="1207008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used car is worth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812280" y="201168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5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0.947, and it shows you its range rather than one number.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12280" y="2834640"/>
            <a:ext cx="4800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boosted trees, chosen by comparison against ridge and random forest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kilometres, power, engine, mileage, seats, fuel and transmission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quantile models give a confidence band, measured at 70.9% coverage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13.7% out — stated, rather than hidden behind a single figure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Depreciation charted over the years ahead</a:t>
            </a:r>
            <a:endParaRPr lang="en-US" sz="1350" dirty="0"/>
          </a:p>
        </p:txBody>
      </p:sp>
      <p:pic>
        <p:nvPicPr>
          <p:cNvPr id="8" name="Image 0" descr="C:\Users\Malika\AutoVerse\docs\screenshots\12-va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6035040" cy="377190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475488" cy="475488"/>
          </a:xfrm>
          <a:prstGeom prst="ellipse">
            <a:avLst/>
          </a:prstGeom>
          <a:solidFill>
            <a:srgbClr val="FF5E1A"/>
          </a:solidFill>
          <a:ln w="12700">
            <a:solidFill>
              <a:srgbClr val="FF5E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66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25296" y="566928"/>
            <a:ext cx="4050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B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1207008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car is that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66928" y="201168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5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Recognised from a photo, without the photo leaving your phone.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" y="2834640"/>
            <a:ext cx="4709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SSD-MobileNetV2 running in the browser through TensorFlow.js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car, then reads its paint colour from the bodywork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is measured by chromaticity, so shade and sunlight do not fool it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it against the garage and offers to open that car, in that colour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uploaded — the model comes to the picture</a:t>
            </a:r>
            <a:endParaRPr lang="en-US" sz="1350" dirty="0"/>
          </a:p>
        </p:txBody>
      </p:sp>
      <p:pic>
        <p:nvPicPr>
          <p:cNvPr id="8" name="Image 0" descr="C:\Users\Malika\AutoVerse\docs\screenshots\13-identif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481328"/>
            <a:ext cx="6035040" cy="377190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12280" y="566928"/>
            <a:ext cx="475488" cy="475488"/>
          </a:xfrm>
          <a:prstGeom prst="ellipse">
            <a:avLst/>
          </a:prstGeom>
          <a:solidFill>
            <a:srgbClr val="FF5E1A"/>
          </a:solidFill>
          <a:ln w="12700">
            <a:solidFill>
              <a:srgbClr val="FF5E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12280" y="566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470648" y="566928"/>
            <a:ext cx="4142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B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12280" y="1207008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damage will cost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812280" y="201168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5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83.0% on 2,026 photographs it had never seen.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12280" y="2834640"/>
            <a:ext cx="4800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with a trained head, slid across the photo to find where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damage types: dent, scratch, crack, glass shatter, lamp broken, flat tyre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damage regions, plus undamaged panels, so it can say “nothing here”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a measured confidence floor it stays quiet instead of guessing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costs the repair by segment and shows what it does to resale</a:t>
            </a:r>
            <a:endParaRPr lang="en-US" sz="1350" dirty="0"/>
          </a:p>
        </p:txBody>
      </p:sp>
      <p:pic>
        <p:nvPicPr>
          <p:cNvPr id="8" name="Image 0" descr="C:\Users\Malika\AutoVerse\docs\screenshots\14-repa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6035040" cy="377190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6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475488" cy="475488"/>
          </a:xfrm>
          <a:prstGeom prst="ellipse">
            <a:avLst/>
          </a:prstGeom>
          <a:solidFill>
            <a:srgbClr val="FF5E1A"/>
          </a:solidFill>
          <a:ln w="12700">
            <a:solidFill>
              <a:srgbClr val="FF5E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66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25296" y="566928"/>
            <a:ext cx="4050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B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1207008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Saved, and shareable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66928" y="201168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5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account gathers your builds. It never gates them.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" y="2834640"/>
            <a:ext cx="4709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save without signing in, and a share code still reopens one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in, they gather in a garage alongside a wishlist and recently viewed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are bcrypt hashed and excluded from every query by default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unknown email returns the identical message to a wrong password, so the site cannot be used to discover who has an account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checks cover it, including every security rule above</a:t>
            </a:r>
            <a:endParaRPr lang="en-US" sz="1350" dirty="0"/>
          </a:p>
        </p:txBody>
      </p:sp>
      <p:pic>
        <p:nvPicPr>
          <p:cNvPr id="8" name="Image 0" descr="C:\Users\Malika\AutoVerse\docs\screenshots\15-accou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481328"/>
            <a:ext cx="6035040" cy="377190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6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0350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B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PHONE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thing, not a cut-down one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260604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configurator, the 3D, the vision models and AR all run on a phone. AR is the one feature that is better there.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menu item carries its explanation in the drawer, because a one-word label is least likely to be understood on a small screen.</a:t>
            </a:r>
            <a:endParaRPr lang="en-US" sz="1400" dirty="0"/>
          </a:p>
        </p:txBody>
      </p:sp>
      <p:pic>
        <p:nvPicPr>
          <p:cNvPr id="5" name="Image 0" descr="C:\Users\Malika\AutoVerse\docs\screenshots\16-home-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298448"/>
            <a:ext cx="1943642" cy="420624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pic>
      <p:pic>
        <p:nvPicPr>
          <p:cNvPr id="6" name="Image 1" descr="C:\Users\Malika\AutoVerse\docs\screenshots\18-menu-mob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298448"/>
            <a:ext cx="1943642" cy="420624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pic>
      <p:pic>
        <p:nvPicPr>
          <p:cNvPr id="7" name="Image 2" descr="C:\Users\Malika\AutoVerse\docs\screenshots\17-configurator-mob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1298448"/>
            <a:ext cx="1943642" cy="420624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6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B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MEASURED, NOT CLAIMED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machine learning, with its real numbers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9202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D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0.947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58368" y="28346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on valuation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318211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measured 70.9% interval coverage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47288" y="19202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D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83.0%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447288" y="28346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accuracy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47288" y="318211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2,026 held-out crops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36208" y="19202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D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166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236208" y="28346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matched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36208" y="318211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market, real prices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025128" y="19202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5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9025128" y="28346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uploaded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025128" y="318211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vision model runs on your device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" y="4114800"/>
            <a:ext cx="10881360" cy="2148840"/>
          </a:xfrm>
          <a:prstGeom prst="roundRect">
            <a:avLst>
              <a:gd name="adj" fmla="val 4255"/>
            </a:avLst>
          </a:prstGeom>
          <a:solidFill>
            <a:srgbClr val="121729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31596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model, per class — recall on photographs it never trained 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47548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97.8%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14400" y="51389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tyre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404872" y="47548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96.8%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2404872" y="51389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 shatter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95344" y="47548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5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86.5%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895344" y="51389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Undamaged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85816" y="47548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85.9%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385816" y="51389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Lamp broken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76288" y="47548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84.1%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876288" y="51389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366760" y="47548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71.6%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366760" y="51389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857232" y="47548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64.6%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9857232" y="51389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14400" y="55321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8B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Undamaged is the number that matters. The hand-written scan this replaced had no concept of an intact panel, which is why it flagged the grille on a clean car.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6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B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IS BUILT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services, one repository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874520"/>
            <a:ext cx="5303520" cy="1874520"/>
          </a:xfrm>
          <a:prstGeom prst="roundRect">
            <a:avLst>
              <a:gd name="adj" fmla="val 4878"/>
            </a:avLst>
          </a:prstGeom>
          <a:solidFill>
            <a:srgbClr val="121729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574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4048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19, Vite, Tailwind 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and react-three-fiber for the 3D, Framer Motion for everything that moves, TensorFlow.js for vision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36208" y="1874520"/>
            <a:ext cx="5303520" cy="1874520"/>
          </a:xfrm>
          <a:prstGeom prst="roundRect">
            <a:avLst>
              <a:gd name="adj" fmla="val 4878"/>
            </a:avLst>
          </a:prstGeom>
          <a:solidFill>
            <a:srgbClr val="121729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0574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0" y="24048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Express, MongoDB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274320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Accounts, saved builds and share codes. WebSocket rooms for the shared garage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" y="4023360"/>
            <a:ext cx="5303520" cy="1874520"/>
          </a:xfrm>
          <a:prstGeom prst="roundRect">
            <a:avLst>
              <a:gd name="adj" fmla="val 4878"/>
            </a:avLst>
          </a:prstGeom>
          <a:solidFill>
            <a:srgbClr val="121729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06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service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455371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Flask, scikit-learn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489204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recommender and the valuation, trained offline and served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36208" y="4023360"/>
            <a:ext cx="5303520" cy="1874520"/>
          </a:xfrm>
          <a:prstGeom prst="roundRect">
            <a:avLst>
              <a:gd name="adj" fmla="val 4878"/>
            </a:avLst>
          </a:prstGeom>
          <a:solidFill>
            <a:srgbClr val="121729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4206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browser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92240" y="455371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TensorFlow.js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489204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detection and damage classification, so no photograph is uploaded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" y="61264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8B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geometry lives in plain modules with no three.js import, so command-line checkers run byte for byte the same code as the browser. That is how a placement bug is caught across eighteen models instead of in one screenshot.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6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B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 OUT LOUD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not do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6276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5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 whose whole argument is fidelity does not get to be vague about its own limits.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2286000"/>
            <a:ext cx="5303520" cy="1645920"/>
          </a:xfrm>
          <a:prstGeom prst="roundRect">
            <a:avLst>
              <a:gd name="adj" fmla="val 5556"/>
            </a:avLst>
          </a:prstGeom>
          <a:solidFill>
            <a:srgbClr val="121729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487168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is a classifier, not a detector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035808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slid across the photo, so the smallest thing it can point at is one window. It will not outline a scratch.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36208" y="2286000"/>
            <a:ext cx="5303520" cy="1645920"/>
          </a:xfrm>
          <a:prstGeom prst="roundRect">
            <a:avLst>
              <a:gd name="adj" fmla="val 5556"/>
            </a:avLst>
          </a:prstGeom>
          <a:solidFill>
            <a:srgbClr val="121729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487168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recognition leaves the device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0" y="3035808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does it on Google’s servers. Every other model here runs locally, and the panel says which is which.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8368" y="4206240"/>
            <a:ext cx="5303520" cy="1645920"/>
          </a:xfrm>
          <a:prstGeom prst="roundRect">
            <a:avLst>
              <a:gd name="adj" fmla="val 5556"/>
            </a:avLst>
          </a:prstGeom>
          <a:solidFill>
            <a:srgbClr val="121729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407408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car’s lamps cannot be found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4956048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Porsche’s rear is a single piece 0.79 of the car’s height, so there is no separate lamp to leave unpainted.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6208" y="4206240"/>
            <a:ext cx="5303520" cy="1645920"/>
          </a:xfrm>
          <a:prstGeom prst="roundRect">
            <a:avLst>
              <a:gd name="adj" fmla="val 5556"/>
            </a:avLst>
          </a:prstGeom>
          <a:solidFill>
            <a:srgbClr val="121729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4407408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damage data is non-commercial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4956048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CarDD is licensed for research and education. Fine for a portfolio; commercial use would need retraining.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6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alika\AutoVerse\docs\screenshots\cover-car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22860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car. Change everything.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1097280" y="3127248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5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properly.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097280" y="43434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D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autoverse-two.vercel.app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97280" y="4800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Fifteen cars · five ML features · nothing to install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AutoVerse — every feature</dc:title>
  <dc:subject>PptxGenJS Presentation</dc:subject>
  <dc:creator>AutoVerse</dc:creator>
  <cp:lastModifiedBy>AutoVerse</cp:lastModifiedBy>
  <cp:revision>1</cp:revision>
  <dcterms:created xsi:type="dcterms:W3CDTF">2026-08-22T05:25:36Z</dcterms:created>
  <dcterms:modified xsi:type="dcterms:W3CDTF">2026-08-22T05:25:36Z</dcterms:modified>
</cp:coreProperties>
</file>